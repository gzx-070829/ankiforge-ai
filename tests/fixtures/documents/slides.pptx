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Relationships xmlns='http://schemas.openxmlformats.org/package/2006/relationships'><Relationship Id='rId1' Target='ppt/presentation.xml' Type='http://schemas.openxmlformats.org/officeDocument/2006/relationships/officeDocument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r:id="rId1"/>
    <p:sldId r:id="rId2"/>
  </p:sldIdLst>
</p:presentation>
</file>

<file path=ppt/_rels/presentation.xml.rels><Relationships xmlns='http://schemas.openxmlformats.org/package/2006/relationships'><Relationship Id='rId1' Target='slides/slide1.xml' Type='http://schemas.openxmlformats.org/officeDocument/2006/relationships/slide'/><Relationship Id='rId2' Target='slides/slide2.xml' Type='http://schemas.openxmlformats.org/officeDocument/2006/relationships/slide'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First Slide</a:t>
            </a:r>
          </a:p>
          <a:p>
            <a:r>
              <a:t>Bullet one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Second Slide</a:t>
            </a:r>
          </a:p>
        </p:txBody>
      </p:sp>
    </p:spTree>
  </p:cSld>
</p:sld>
</file>